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rdo Bold" panose="02020804080000020003" pitchFamily="18" charset="-79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9" autoAdjust="0"/>
  </p:normalViewPr>
  <p:slideViewPr>
    <p:cSldViewPr>
      <p:cViewPr>
        <p:scale>
          <a:sx n="28" d="100"/>
          <a:sy n="28" d="100"/>
        </p:scale>
        <p:origin x="3144" y="18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toolbagin.wixsite.com/limitles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20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6186">
            <a:off x="-2727765" y="7345732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673872" y="1666284"/>
            <a:ext cx="2268126" cy="2654918"/>
          </a:xfrm>
          <a:custGeom>
            <a:avLst/>
            <a:gdLst/>
            <a:ahLst/>
            <a:cxnLst/>
            <a:rect l="l" t="t" r="r" b="b"/>
            <a:pathLst>
              <a:path w="2268126" h="2654918">
                <a:moveTo>
                  <a:pt x="0" y="0"/>
                </a:moveTo>
                <a:lnTo>
                  <a:pt x="2268126" y="0"/>
                </a:lnTo>
                <a:lnTo>
                  <a:pt x="2268126" y="2654918"/>
                </a:lnTo>
                <a:lnTo>
                  <a:pt x="0" y="2654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744" t="-83" r="-8479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008798" y="1666284"/>
            <a:ext cx="3985137" cy="2654918"/>
          </a:xfrm>
          <a:custGeom>
            <a:avLst/>
            <a:gdLst/>
            <a:ahLst/>
            <a:cxnLst/>
            <a:rect l="l" t="t" r="r" b="b"/>
            <a:pathLst>
              <a:path w="3985137" h="2654918">
                <a:moveTo>
                  <a:pt x="0" y="0"/>
                </a:moveTo>
                <a:lnTo>
                  <a:pt x="3985137" y="0"/>
                </a:lnTo>
                <a:lnTo>
                  <a:pt x="3985137" y="2654918"/>
                </a:lnTo>
                <a:lnTo>
                  <a:pt x="0" y="2654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060542" y="1666284"/>
            <a:ext cx="4740926" cy="2654918"/>
          </a:xfrm>
          <a:custGeom>
            <a:avLst/>
            <a:gdLst/>
            <a:ahLst/>
            <a:cxnLst/>
            <a:rect l="l" t="t" r="r" b="b"/>
            <a:pathLst>
              <a:path w="4740926" h="2654918">
                <a:moveTo>
                  <a:pt x="0" y="0"/>
                </a:moveTo>
                <a:lnTo>
                  <a:pt x="4740925" y="0"/>
                </a:lnTo>
                <a:lnTo>
                  <a:pt x="4740925" y="2654918"/>
                </a:lnTo>
                <a:lnTo>
                  <a:pt x="0" y="26549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695345" y="5227787"/>
            <a:ext cx="9026919" cy="5059213"/>
          </a:xfrm>
          <a:custGeom>
            <a:avLst/>
            <a:gdLst/>
            <a:ahLst/>
            <a:cxnLst/>
            <a:rect l="l" t="t" r="r" b="b"/>
            <a:pathLst>
              <a:path w="9026919" h="5059213">
                <a:moveTo>
                  <a:pt x="0" y="0"/>
                </a:moveTo>
                <a:lnTo>
                  <a:pt x="9026919" y="0"/>
                </a:lnTo>
                <a:lnTo>
                  <a:pt x="9026919" y="5059213"/>
                </a:lnTo>
                <a:lnTo>
                  <a:pt x="0" y="50592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2" b="-1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941953" y="418505"/>
            <a:ext cx="8639621" cy="108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4999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PROBLEMS / PAIN POINTS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201" y="4481830"/>
            <a:ext cx="1449467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SWEAT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46739" y="4481830"/>
            <a:ext cx="3524131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DEFORESTATION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08108" y="4491355"/>
            <a:ext cx="2911316" cy="58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FOUL ODOUR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2722264" y="7757393"/>
            <a:ext cx="219716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4995327" y="7401095"/>
            <a:ext cx="2263973" cy="58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6186">
            <a:off x="-3043336" y="7595247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77853" y="1666284"/>
            <a:ext cx="8479691" cy="5307017"/>
          </a:xfrm>
          <a:custGeom>
            <a:avLst/>
            <a:gdLst/>
            <a:ahLst/>
            <a:cxnLst/>
            <a:rect l="l" t="t" r="r" b="b"/>
            <a:pathLst>
              <a:path w="8479691" h="5307017">
                <a:moveTo>
                  <a:pt x="0" y="0"/>
                </a:moveTo>
                <a:lnTo>
                  <a:pt x="8479690" y="0"/>
                </a:lnTo>
                <a:lnTo>
                  <a:pt x="8479690" y="5307017"/>
                </a:lnTo>
                <a:lnTo>
                  <a:pt x="0" y="5307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52953" y="1666284"/>
            <a:ext cx="8491228" cy="5307017"/>
          </a:xfrm>
          <a:custGeom>
            <a:avLst/>
            <a:gdLst/>
            <a:ahLst/>
            <a:cxnLst/>
            <a:rect l="l" t="t" r="r" b="b"/>
            <a:pathLst>
              <a:path w="8491228" h="5307017">
                <a:moveTo>
                  <a:pt x="0" y="0"/>
                </a:moveTo>
                <a:lnTo>
                  <a:pt x="8491227" y="0"/>
                </a:lnTo>
                <a:lnTo>
                  <a:pt x="8491227" y="5307017"/>
                </a:lnTo>
                <a:lnTo>
                  <a:pt x="0" y="530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613094" y="7005007"/>
            <a:ext cx="3149505" cy="2879606"/>
          </a:xfrm>
          <a:custGeom>
            <a:avLst/>
            <a:gdLst/>
            <a:ahLst/>
            <a:cxnLst/>
            <a:rect l="l" t="t" r="r" b="b"/>
            <a:pathLst>
              <a:path w="3149505" h="2879606">
                <a:moveTo>
                  <a:pt x="0" y="0"/>
                </a:moveTo>
                <a:lnTo>
                  <a:pt x="3149505" y="0"/>
                </a:lnTo>
                <a:lnTo>
                  <a:pt x="3149505" y="2879606"/>
                </a:lnTo>
                <a:lnTo>
                  <a:pt x="0" y="2879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052" r="-2152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613117" y="633117"/>
            <a:ext cx="3061767" cy="95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9"/>
              </a:lnSpc>
              <a:spcBef>
                <a:spcPct val="0"/>
              </a:spcBef>
            </a:pPr>
            <a:r>
              <a:rPr lang="en-US" sz="4999" b="1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WHY US?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84443" y="8075686"/>
            <a:ext cx="2008584" cy="585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7"/>
              </a:lnSpc>
            </a:pPr>
            <a:r>
              <a:rPr lang="en-US" sz="2900" b="1" spc="243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  <a:hlinkClick r:id="rId7" tooltip="https://toolbagin.wixsite.com/limitless"/>
              </a:rPr>
              <a:t>VISIT US </a:t>
            </a:r>
          </a:p>
        </p:txBody>
      </p:sp>
      <p:sp>
        <p:nvSpPr>
          <p:cNvPr id="9" name="AutoShape 9"/>
          <p:cNvSpPr/>
          <p:nvPr/>
        </p:nvSpPr>
        <p:spPr>
          <a:xfrm>
            <a:off x="11116804" y="8463860"/>
            <a:ext cx="1715214" cy="0"/>
          </a:xfrm>
          <a:prstGeom prst="line">
            <a:avLst/>
          </a:prstGeom>
          <a:ln w="38100" cap="flat">
            <a:solidFill>
              <a:srgbClr val="F8FCFA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215922" y="1787527"/>
            <a:ext cx="13856157" cy="7726026"/>
          </a:xfrm>
          <a:custGeom>
            <a:avLst/>
            <a:gdLst/>
            <a:ahLst/>
            <a:cxnLst/>
            <a:rect l="l" t="t" r="r" b="b"/>
            <a:pathLst>
              <a:path w="13856157" h="7726026">
                <a:moveTo>
                  <a:pt x="0" y="0"/>
                </a:moveTo>
                <a:lnTo>
                  <a:pt x="13856156" y="0"/>
                </a:lnTo>
                <a:lnTo>
                  <a:pt x="13856156" y="7726027"/>
                </a:lnTo>
                <a:lnTo>
                  <a:pt x="0" y="7726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70" t="-6900" r="-383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49018">
            <a:off x="-2934757" y="8160373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959134" y="828675"/>
            <a:ext cx="12369731" cy="95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LEAN CANVAS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6186">
            <a:off x="-3379157" y="7521411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907203" y="2002460"/>
            <a:ext cx="8982932" cy="6737199"/>
          </a:xfrm>
          <a:custGeom>
            <a:avLst/>
            <a:gdLst/>
            <a:ahLst/>
            <a:cxnLst/>
            <a:rect l="l" t="t" r="r" b="b"/>
            <a:pathLst>
              <a:path w="8982932" h="6737199">
                <a:moveTo>
                  <a:pt x="0" y="0"/>
                </a:moveTo>
                <a:lnTo>
                  <a:pt x="8982932" y="0"/>
                </a:lnTo>
                <a:lnTo>
                  <a:pt x="8982932" y="6737199"/>
                </a:lnTo>
                <a:lnTo>
                  <a:pt x="0" y="6737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731125" y="2002460"/>
            <a:ext cx="5061321" cy="6737199"/>
          </a:xfrm>
          <a:custGeom>
            <a:avLst/>
            <a:gdLst/>
            <a:ahLst/>
            <a:cxnLst/>
            <a:rect l="l" t="t" r="r" b="b"/>
            <a:pathLst>
              <a:path w="5061321" h="6737199">
                <a:moveTo>
                  <a:pt x="0" y="0"/>
                </a:moveTo>
                <a:lnTo>
                  <a:pt x="5061321" y="0"/>
                </a:lnTo>
                <a:lnTo>
                  <a:pt x="5061321" y="6737199"/>
                </a:lnTo>
                <a:lnTo>
                  <a:pt x="0" y="6737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156542" y="828675"/>
            <a:ext cx="12369731" cy="95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PROTOTYPES AND THEIR PICTURES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6186">
            <a:off x="-3615565" y="7922318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7"/>
                </a:lnTo>
                <a:lnTo>
                  <a:pt x="0" y="6204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847549" y="1996404"/>
            <a:ext cx="14895831" cy="7094140"/>
          </a:xfrm>
          <a:custGeom>
            <a:avLst/>
            <a:gdLst/>
            <a:ahLst/>
            <a:cxnLst/>
            <a:rect l="l" t="t" r="r" b="b"/>
            <a:pathLst>
              <a:path w="14895831" h="7094140">
                <a:moveTo>
                  <a:pt x="0" y="0"/>
                </a:moveTo>
                <a:lnTo>
                  <a:pt x="14895831" y="0"/>
                </a:lnTo>
                <a:lnTo>
                  <a:pt x="14895831" y="7094140"/>
                </a:lnTo>
                <a:lnTo>
                  <a:pt x="0" y="7094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195659" y="828675"/>
            <a:ext cx="8199611" cy="95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9"/>
              </a:lnSpc>
              <a:spcBef>
                <a:spcPct val="0"/>
              </a:spcBef>
            </a:pPr>
            <a:r>
              <a:rPr lang="en-US" sz="4999" b="1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COMPETITOR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6186">
            <a:off x="-3005965" y="7769918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202362" y="1257925"/>
            <a:ext cx="7354251" cy="8626688"/>
          </a:xfrm>
          <a:custGeom>
            <a:avLst/>
            <a:gdLst/>
            <a:ahLst/>
            <a:cxnLst/>
            <a:rect l="l" t="t" r="r" b="b"/>
            <a:pathLst>
              <a:path w="7354251" h="8626688">
                <a:moveTo>
                  <a:pt x="0" y="0"/>
                </a:moveTo>
                <a:lnTo>
                  <a:pt x="7354252" y="0"/>
                </a:lnTo>
                <a:lnTo>
                  <a:pt x="7354252" y="8626688"/>
                </a:lnTo>
                <a:lnTo>
                  <a:pt x="0" y="8626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103248" y="199029"/>
            <a:ext cx="5552480" cy="99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3"/>
              </a:lnSpc>
            </a:pPr>
            <a:r>
              <a:rPr lang="en-US" sz="4699" b="1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INITIAL RESULTS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142018" y="1028700"/>
            <a:ext cx="6614272" cy="3383812"/>
          </a:xfrm>
          <a:custGeom>
            <a:avLst/>
            <a:gdLst/>
            <a:ahLst/>
            <a:cxnLst/>
            <a:rect l="l" t="t" r="r" b="b"/>
            <a:pathLst>
              <a:path w="6614272" h="3383812">
                <a:moveTo>
                  <a:pt x="0" y="0"/>
                </a:moveTo>
                <a:lnTo>
                  <a:pt x="6614272" y="0"/>
                </a:lnTo>
                <a:lnTo>
                  <a:pt x="6614272" y="3383812"/>
                </a:lnTo>
                <a:lnTo>
                  <a:pt x="0" y="3383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70" t="-45926" r="-25688" b="-1224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513770" y="4612537"/>
            <a:ext cx="2828997" cy="5272643"/>
          </a:xfrm>
          <a:custGeom>
            <a:avLst/>
            <a:gdLst/>
            <a:ahLst/>
            <a:cxnLst/>
            <a:rect l="l" t="t" r="r" b="b"/>
            <a:pathLst>
              <a:path w="2828997" h="5272643">
                <a:moveTo>
                  <a:pt x="0" y="0"/>
                </a:moveTo>
                <a:lnTo>
                  <a:pt x="2828996" y="0"/>
                </a:lnTo>
                <a:lnTo>
                  <a:pt x="2828996" y="5272643"/>
                </a:lnTo>
                <a:lnTo>
                  <a:pt x="0" y="5272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793" r="-31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144000" y="1028700"/>
            <a:ext cx="5400849" cy="4565884"/>
          </a:xfrm>
          <a:custGeom>
            <a:avLst/>
            <a:gdLst/>
            <a:ahLst/>
            <a:cxnLst/>
            <a:rect l="l" t="t" r="r" b="b"/>
            <a:pathLst>
              <a:path w="5400849" h="4565884">
                <a:moveTo>
                  <a:pt x="0" y="0"/>
                </a:moveTo>
                <a:lnTo>
                  <a:pt x="5400849" y="0"/>
                </a:lnTo>
                <a:lnTo>
                  <a:pt x="5400849" y="4565884"/>
                </a:lnTo>
                <a:lnTo>
                  <a:pt x="0" y="4565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144000" y="5551413"/>
            <a:ext cx="5400849" cy="4569289"/>
          </a:xfrm>
          <a:custGeom>
            <a:avLst/>
            <a:gdLst/>
            <a:ahLst/>
            <a:cxnLst/>
            <a:rect l="l" t="t" r="r" b="b"/>
            <a:pathLst>
              <a:path w="5400849" h="4569289">
                <a:moveTo>
                  <a:pt x="0" y="0"/>
                </a:moveTo>
                <a:lnTo>
                  <a:pt x="5400849" y="0"/>
                </a:lnTo>
                <a:lnTo>
                  <a:pt x="5400849" y="4569289"/>
                </a:lnTo>
                <a:lnTo>
                  <a:pt x="0" y="4569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291945" y="36700"/>
            <a:ext cx="5552480" cy="99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3"/>
              </a:lnSpc>
            </a:pPr>
            <a:r>
              <a:rPr lang="en-US" sz="4699" b="1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INITIAL RESULTS 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79E57BBC-FA15-63E5-0596-73B9ECDE6A0C}"/>
              </a:ext>
            </a:extLst>
          </p:cNvPr>
          <p:cNvSpPr/>
          <p:nvPr/>
        </p:nvSpPr>
        <p:spPr>
          <a:xfrm rot="1056186">
            <a:off x="-3005965" y="7769918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1828800" y="1666284"/>
            <a:ext cx="14630400" cy="8229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065254" y="554038"/>
            <a:ext cx="8269746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TEASER LAUNCH VIDEO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F3E354A8-5A13-5C5A-8733-9C602ABF8BA8}"/>
              </a:ext>
            </a:extLst>
          </p:cNvPr>
          <p:cNvSpPr/>
          <p:nvPr/>
        </p:nvSpPr>
        <p:spPr>
          <a:xfrm rot="1056186">
            <a:off x="-3539366" y="7846118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6186">
            <a:off x="-2206726" y="7287131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96917" y="0"/>
            <a:ext cx="1391083" cy="1666284"/>
          </a:xfrm>
          <a:custGeom>
            <a:avLst/>
            <a:gdLst/>
            <a:ahLst/>
            <a:cxnLst/>
            <a:rect l="l" t="t" r="r" b="b"/>
            <a:pathLst>
              <a:path w="1391083" h="1666284">
                <a:moveTo>
                  <a:pt x="0" y="0"/>
                </a:moveTo>
                <a:lnTo>
                  <a:pt x="1391083" y="0"/>
                </a:lnTo>
                <a:lnTo>
                  <a:pt x="1391083" y="1666284"/>
                </a:lnTo>
                <a:lnTo>
                  <a:pt x="0" y="1666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681227" y="1960429"/>
            <a:ext cx="13625466" cy="4939232"/>
          </a:xfrm>
          <a:custGeom>
            <a:avLst/>
            <a:gdLst/>
            <a:ahLst/>
            <a:cxnLst/>
            <a:rect l="l" t="t" r="r" b="b"/>
            <a:pathLst>
              <a:path w="13625466" h="4939232">
                <a:moveTo>
                  <a:pt x="0" y="0"/>
                </a:moveTo>
                <a:lnTo>
                  <a:pt x="13625466" y="0"/>
                </a:lnTo>
                <a:lnTo>
                  <a:pt x="13625466" y="4939231"/>
                </a:lnTo>
                <a:lnTo>
                  <a:pt x="0" y="493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970061" y="8455068"/>
            <a:ext cx="5317939" cy="1831932"/>
          </a:xfrm>
          <a:custGeom>
            <a:avLst/>
            <a:gdLst/>
            <a:ahLst/>
            <a:cxnLst/>
            <a:rect l="l" t="t" r="r" b="b"/>
            <a:pathLst>
              <a:path w="5317939" h="1831932">
                <a:moveTo>
                  <a:pt x="0" y="0"/>
                </a:moveTo>
                <a:lnTo>
                  <a:pt x="5317939" y="0"/>
                </a:lnTo>
                <a:lnTo>
                  <a:pt x="5317939" y="1831932"/>
                </a:lnTo>
                <a:lnTo>
                  <a:pt x="0" y="18319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503472" y="556917"/>
            <a:ext cx="5643339" cy="99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3"/>
              </a:lnSpc>
            </a:pPr>
            <a:r>
              <a:rPr lang="en-US" sz="4699" b="1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FOUNDING TEAM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81227" y="6747260"/>
            <a:ext cx="3729514" cy="74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5"/>
              </a:lnSpc>
              <a:spcBef>
                <a:spcPct val="0"/>
              </a:spcBef>
            </a:pPr>
            <a:r>
              <a:rPr lang="en-US" sz="3899" b="1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Arghya Acharya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35347" y="6747260"/>
            <a:ext cx="3379589" cy="74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5"/>
              </a:lnSpc>
              <a:spcBef>
                <a:spcPct val="0"/>
              </a:spcBef>
            </a:pPr>
            <a:r>
              <a:rPr lang="en-US" sz="3899" b="1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Rahul Acharya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70061" y="6747260"/>
            <a:ext cx="3187780" cy="74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5"/>
              </a:lnSpc>
              <a:spcBef>
                <a:spcPct val="0"/>
              </a:spcBef>
            </a:pPr>
            <a:r>
              <a:rPr lang="en-US" sz="3899" b="1">
                <a:solidFill>
                  <a:srgbClr val="F8FCFA"/>
                </a:solidFill>
                <a:latin typeface="Cardo Bold"/>
                <a:ea typeface="Cardo Bold"/>
                <a:cs typeface="Cardo Bold"/>
                <a:sym typeface="Cardo Bold"/>
              </a:rPr>
              <a:t>Aditya Tiwari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</Words>
  <Application>Microsoft Macintosh PowerPoint</Application>
  <PresentationFormat>Custom</PresentationFormat>
  <Paragraphs>17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Cardo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LIMITLESS</dc:title>
  <cp:lastModifiedBy>Arghya Acharya</cp:lastModifiedBy>
  <cp:revision>2</cp:revision>
  <dcterms:created xsi:type="dcterms:W3CDTF">2006-08-16T00:00:00Z</dcterms:created>
  <dcterms:modified xsi:type="dcterms:W3CDTF">2025-02-12T12:29:09Z</dcterms:modified>
  <dc:identifier>DAGe3odK6ns</dc:identifier>
</cp:coreProperties>
</file>